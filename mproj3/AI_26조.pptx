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24384000" cy="13716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24" y="1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58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2" Type="http://schemas.openxmlformats.org/officeDocument/2006/relationships/image" Target="../media/image16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31" Type="http://schemas.openxmlformats.org/officeDocument/2006/relationships/image" Target="../media/image86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26" Type="http://schemas.openxmlformats.org/officeDocument/2006/relationships/image" Target="../media/image110.png"/><Relationship Id="rId21" Type="http://schemas.openxmlformats.org/officeDocument/2006/relationships/image" Target="../media/image105.png"/><Relationship Id="rId34" Type="http://schemas.openxmlformats.org/officeDocument/2006/relationships/image" Target="../media/image118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5" Type="http://schemas.openxmlformats.org/officeDocument/2006/relationships/image" Target="../media/image109.png"/><Relationship Id="rId33" Type="http://schemas.openxmlformats.org/officeDocument/2006/relationships/image" Target="../media/image117.png"/><Relationship Id="rId38" Type="http://schemas.openxmlformats.org/officeDocument/2006/relationships/image" Target="../media/image122.png"/><Relationship Id="rId2" Type="http://schemas.openxmlformats.org/officeDocument/2006/relationships/image" Target="../media/image16.png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29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24" Type="http://schemas.openxmlformats.org/officeDocument/2006/relationships/image" Target="../media/image108.png"/><Relationship Id="rId32" Type="http://schemas.openxmlformats.org/officeDocument/2006/relationships/image" Target="../media/image116.png"/><Relationship Id="rId37" Type="http://schemas.openxmlformats.org/officeDocument/2006/relationships/image" Target="../media/image121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28" Type="http://schemas.openxmlformats.org/officeDocument/2006/relationships/image" Target="../media/image112.png"/><Relationship Id="rId36" Type="http://schemas.openxmlformats.org/officeDocument/2006/relationships/image" Target="../media/image120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31" Type="http://schemas.openxmlformats.org/officeDocument/2006/relationships/image" Target="../media/image115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Relationship Id="rId27" Type="http://schemas.openxmlformats.org/officeDocument/2006/relationships/image" Target="../media/image111.png"/><Relationship Id="rId30" Type="http://schemas.openxmlformats.org/officeDocument/2006/relationships/image" Target="../media/image114.png"/><Relationship Id="rId35" Type="http://schemas.openxmlformats.org/officeDocument/2006/relationships/image" Target="../media/image119.png"/><Relationship Id="rId8" Type="http://schemas.openxmlformats.org/officeDocument/2006/relationships/image" Target="../media/image92.png"/><Relationship Id="rId3" Type="http://schemas.openxmlformats.org/officeDocument/2006/relationships/image" Target="../media/image87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26" Type="http://schemas.openxmlformats.org/officeDocument/2006/relationships/image" Target="../media/image146.png"/><Relationship Id="rId39" Type="http://schemas.openxmlformats.org/officeDocument/2006/relationships/image" Target="../media/image159.png"/><Relationship Id="rId21" Type="http://schemas.openxmlformats.org/officeDocument/2006/relationships/image" Target="../media/image141.png"/><Relationship Id="rId34" Type="http://schemas.openxmlformats.org/officeDocument/2006/relationships/image" Target="../media/image154.png"/><Relationship Id="rId42" Type="http://schemas.openxmlformats.org/officeDocument/2006/relationships/image" Target="../media/image162.png"/><Relationship Id="rId7" Type="http://schemas.openxmlformats.org/officeDocument/2006/relationships/image" Target="../media/image127.png"/><Relationship Id="rId2" Type="http://schemas.openxmlformats.org/officeDocument/2006/relationships/image" Target="../media/image16.png"/><Relationship Id="rId16" Type="http://schemas.openxmlformats.org/officeDocument/2006/relationships/image" Target="../media/image136.png"/><Relationship Id="rId20" Type="http://schemas.openxmlformats.org/officeDocument/2006/relationships/image" Target="../media/image140.png"/><Relationship Id="rId29" Type="http://schemas.openxmlformats.org/officeDocument/2006/relationships/image" Target="../media/image149.png"/><Relationship Id="rId41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24" Type="http://schemas.openxmlformats.org/officeDocument/2006/relationships/image" Target="../media/image144.png"/><Relationship Id="rId32" Type="http://schemas.openxmlformats.org/officeDocument/2006/relationships/image" Target="../media/image152.png"/><Relationship Id="rId37" Type="http://schemas.openxmlformats.org/officeDocument/2006/relationships/image" Target="../media/image157.png"/><Relationship Id="rId40" Type="http://schemas.openxmlformats.org/officeDocument/2006/relationships/image" Target="../media/image160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23" Type="http://schemas.openxmlformats.org/officeDocument/2006/relationships/image" Target="../media/image143.png"/><Relationship Id="rId28" Type="http://schemas.openxmlformats.org/officeDocument/2006/relationships/image" Target="../media/image148.png"/><Relationship Id="rId36" Type="http://schemas.openxmlformats.org/officeDocument/2006/relationships/image" Target="../media/image156.png"/><Relationship Id="rId10" Type="http://schemas.openxmlformats.org/officeDocument/2006/relationships/image" Target="../media/image130.png"/><Relationship Id="rId19" Type="http://schemas.openxmlformats.org/officeDocument/2006/relationships/image" Target="../media/image139.png"/><Relationship Id="rId31" Type="http://schemas.openxmlformats.org/officeDocument/2006/relationships/image" Target="../media/image151.png"/><Relationship Id="rId44" Type="http://schemas.openxmlformats.org/officeDocument/2006/relationships/image" Target="../media/image164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Relationship Id="rId22" Type="http://schemas.openxmlformats.org/officeDocument/2006/relationships/image" Target="../media/image142.png"/><Relationship Id="rId27" Type="http://schemas.openxmlformats.org/officeDocument/2006/relationships/image" Target="../media/image147.png"/><Relationship Id="rId30" Type="http://schemas.openxmlformats.org/officeDocument/2006/relationships/image" Target="../media/image150.png"/><Relationship Id="rId35" Type="http://schemas.openxmlformats.org/officeDocument/2006/relationships/image" Target="../media/image155.png"/><Relationship Id="rId43" Type="http://schemas.openxmlformats.org/officeDocument/2006/relationships/image" Target="../media/image163.png"/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5" Type="http://schemas.openxmlformats.org/officeDocument/2006/relationships/image" Target="../media/image145.png"/><Relationship Id="rId33" Type="http://schemas.openxmlformats.org/officeDocument/2006/relationships/image" Target="../media/image153.png"/><Relationship Id="rId38" Type="http://schemas.openxmlformats.org/officeDocument/2006/relationships/image" Target="../media/image1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0" Type="http://schemas.openxmlformats.org/officeDocument/2006/relationships/image" Target="../media/image181.png"/><Relationship Id="rId4" Type="http://schemas.openxmlformats.org/officeDocument/2006/relationships/image" Target="../media/image16.png"/><Relationship Id="rId9" Type="http://schemas.openxmlformats.org/officeDocument/2006/relationships/image" Target="../media/image1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26" Type="http://schemas.openxmlformats.org/officeDocument/2006/relationships/image" Target="../media/image204.png"/><Relationship Id="rId3" Type="http://schemas.openxmlformats.org/officeDocument/2006/relationships/image" Target="../media/image2.png"/><Relationship Id="rId21" Type="http://schemas.openxmlformats.org/officeDocument/2006/relationships/image" Target="../media/image199.png"/><Relationship Id="rId7" Type="http://schemas.openxmlformats.org/officeDocument/2006/relationships/image" Target="../media/image186.png"/><Relationship Id="rId12" Type="http://schemas.openxmlformats.org/officeDocument/2006/relationships/image" Target="../media/image11.png"/><Relationship Id="rId17" Type="http://schemas.openxmlformats.org/officeDocument/2006/relationships/image" Target="../media/image195.png"/><Relationship Id="rId25" Type="http://schemas.openxmlformats.org/officeDocument/2006/relationships/image" Target="../media/image203.png"/><Relationship Id="rId2" Type="http://schemas.openxmlformats.org/officeDocument/2006/relationships/image" Target="../media/image183.png"/><Relationship Id="rId16" Type="http://schemas.openxmlformats.org/officeDocument/2006/relationships/image" Target="../media/image194.png"/><Relationship Id="rId20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24" Type="http://schemas.openxmlformats.org/officeDocument/2006/relationships/image" Target="../media/image202.png"/><Relationship Id="rId5" Type="http://schemas.openxmlformats.org/officeDocument/2006/relationships/image" Target="../media/image184.png"/><Relationship Id="rId15" Type="http://schemas.openxmlformats.org/officeDocument/2006/relationships/image" Target="../media/image193.png"/><Relationship Id="rId23" Type="http://schemas.openxmlformats.org/officeDocument/2006/relationships/image" Target="../media/image201.png"/><Relationship Id="rId28" Type="http://schemas.openxmlformats.org/officeDocument/2006/relationships/image" Target="../media/image206.png"/><Relationship Id="rId10" Type="http://schemas.openxmlformats.org/officeDocument/2006/relationships/image" Target="../media/image189.png"/><Relationship Id="rId19" Type="http://schemas.openxmlformats.org/officeDocument/2006/relationships/image" Target="../media/image197.png"/><Relationship Id="rId4" Type="http://schemas.openxmlformats.org/officeDocument/2006/relationships/image" Target="../media/image3.png"/><Relationship Id="rId9" Type="http://schemas.openxmlformats.org/officeDocument/2006/relationships/image" Target="../media/image188.png"/><Relationship Id="rId14" Type="http://schemas.openxmlformats.org/officeDocument/2006/relationships/image" Target="../media/image192.png"/><Relationship Id="rId22" Type="http://schemas.openxmlformats.org/officeDocument/2006/relationships/image" Target="../media/image200.png"/><Relationship Id="rId27" Type="http://schemas.openxmlformats.org/officeDocument/2006/relationships/image" Target="../media/image2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23799800" cy="1339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73000"/>
            <a:ext cx="24384000" cy="1435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1700" y="11163300"/>
            <a:ext cx="3175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00" y="2489200"/>
            <a:ext cx="3175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3700" y="5905500"/>
            <a:ext cx="317500" cy="31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800" y="4305300"/>
            <a:ext cx="800100" cy="80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00" y="1473200"/>
            <a:ext cx="3175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7200" y="2159000"/>
            <a:ext cx="317500" cy="31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6700" y="1473200"/>
            <a:ext cx="838200" cy="838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00" y="11391900"/>
            <a:ext cx="317500" cy="317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2800" y="10629900"/>
            <a:ext cx="838200" cy="838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1700" y="1333500"/>
            <a:ext cx="4800600" cy="572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0" y="10858500"/>
            <a:ext cx="4330700" cy="927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900" y="10858500"/>
            <a:ext cx="4330700" cy="927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70100" y="10858500"/>
            <a:ext cx="4330700" cy="927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84500" y="12890500"/>
            <a:ext cx="7937500" cy="520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300" y="12890500"/>
            <a:ext cx="3860800" cy="520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11600" y="7454900"/>
            <a:ext cx="16560800" cy="2260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3200" y="11036300"/>
            <a:ext cx="3657600" cy="596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26100" y="11036300"/>
            <a:ext cx="3657600" cy="596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84400" y="11049000"/>
            <a:ext cx="4089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19113500" y="9169400"/>
            <a:ext cx="6680200" cy="668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11455400" y="-4432300"/>
            <a:ext cx="6680200" cy="6680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>
            <a:off x="12039600" y="-3848100"/>
            <a:ext cx="5511800" cy="551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24000"/>
          </a:blip>
          <a:stretch>
            <a:fillRect/>
          </a:stretch>
        </p:blipFill>
        <p:spPr>
          <a:xfrm>
            <a:off x="19697700" y="9766300"/>
            <a:ext cx="5511800" cy="5511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5900" y="0"/>
            <a:ext cx="10566400" cy="13665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1300" y="1130300"/>
            <a:ext cx="3327400" cy="226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386623">
            <a:off x="15557500" y="977900"/>
            <a:ext cx="7823200" cy="1174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2236">
            <a:off x="15265400" y="749300"/>
            <a:ext cx="8445500" cy="12230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76000"/>
          </a:blip>
          <a:stretch>
            <a:fillRect/>
          </a:stretch>
        </p:blipFill>
        <p:spPr>
          <a:xfrm>
            <a:off x="609600" y="3886200"/>
            <a:ext cx="13741400" cy="720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8900" y="4813300"/>
            <a:ext cx="1054100" cy="609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8900" y="4813300"/>
            <a:ext cx="1054100" cy="609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8900" y="5524500"/>
            <a:ext cx="6324600" cy="1003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1200" y="4813300"/>
            <a:ext cx="1054100" cy="609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1200" y="4813300"/>
            <a:ext cx="1054100" cy="609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1200" y="5524500"/>
            <a:ext cx="6324600" cy="1003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58900" y="7518400"/>
            <a:ext cx="1054100" cy="609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58900" y="7518400"/>
            <a:ext cx="1054100" cy="609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8900" y="8229600"/>
            <a:ext cx="6324600" cy="1866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1200" y="7518400"/>
            <a:ext cx="1054100" cy="609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31200" y="7518400"/>
            <a:ext cx="1054100" cy="609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31200" y="8229600"/>
            <a:ext cx="6324600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>
            <a:off x="342900" y="1663700"/>
            <a:ext cx="23698200" cy="1169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93700"/>
            <a:ext cx="47244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" y="9169400"/>
            <a:ext cx="22542500" cy="382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44500"/>
            <a:ext cx="4483100" cy="914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924300"/>
            <a:ext cx="1562100" cy="660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8100" y="3949700"/>
            <a:ext cx="825500" cy="609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6100" y="3810000"/>
            <a:ext cx="13220700" cy="149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438400"/>
            <a:ext cx="1562100" cy="660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8100" y="2463800"/>
            <a:ext cx="825500" cy="609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86100" y="2387600"/>
            <a:ext cx="9702800" cy="749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6197600"/>
            <a:ext cx="2108200" cy="660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4900" y="6223000"/>
            <a:ext cx="1752600" cy="609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4900" y="6057900"/>
            <a:ext cx="10071100" cy="1498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3300" y="8331200"/>
            <a:ext cx="2108200" cy="660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4900" y="8343900"/>
            <a:ext cx="1752600" cy="609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126200" y="9398000"/>
            <a:ext cx="3606800" cy="2108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945100" y="11226800"/>
            <a:ext cx="3327400" cy="151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44800" y="9461500"/>
            <a:ext cx="3454400" cy="3073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52400" y="11226800"/>
            <a:ext cx="4902200" cy="177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26200" y="11684000"/>
            <a:ext cx="5486400" cy="1320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373100" y="9753600"/>
            <a:ext cx="5486400" cy="1397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04000" y="9486900"/>
            <a:ext cx="4889500" cy="227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>
            <a:off x="342900" y="1689100"/>
            <a:ext cx="23698200" cy="1169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93700"/>
            <a:ext cx="47244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4300" y="444500"/>
            <a:ext cx="5118100" cy="914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828800"/>
            <a:ext cx="53848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1905000"/>
            <a:ext cx="1016000" cy="546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943100"/>
            <a:ext cx="457200" cy="495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2641600"/>
            <a:ext cx="10274300" cy="10299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9500" y="3276600"/>
            <a:ext cx="6299200" cy="78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49500" y="4597400"/>
            <a:ext cx="5778500" cy="482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49500" y="5626100"/>
            <a:ext cx="3530600" cy="990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9500" y="6667500"/>
            <a:ext cx="3860800" cy="279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6997700"/>
            <a:ext cx="4965700" cy="30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92800" y="5715000"/>
            <a:ext cx="6769100" cy="317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17900" y="4064000"/>
            <a:ext cx="6769100" cy="31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17900" y="5080000"/>
            <a:ext cx="6769100" cy="317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1600" y="7683500"/>
            <a:ext cx="6769100" cy="31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1100" y="6680200"/>
            <a:ext cx="6769100" cy="317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744700" y="1778000"/>
            <a:ext cx="6438900" cy="685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398500" y="1841500"/>
            <a:ext cx="1054100" cy="546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690600" y="1866900"/>
            <a:ext cx="482600" cy="495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668500" y="2705100"/>
            <a:ext cx="8051800" cy="10579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792700" y="3784600"/>
            <a:ext cx="4686300" cy="292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189200" y="3378200"/>
            <a:ext cx="4749800" cy="406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659100" y="8331200"/>
            <a:ext cx="4267200" cy="355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659100" y="8940800"/>
            <a:ext cx="6743700" cy="355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659100" y="9550400"/>
            <a:ext cx="3746500" cy="2159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516600" y="9258300"/>
            <a:ext cx="4203700" cy="292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297400" y="7924800"/>
            <a:ext cx="5194300" cy="2921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659100" y="11709400"/>
            <a:ext cx="62484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571500" y="3429000"/>
            <a:ext cx="1663700" cy="647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349500" y="3429000"/>
            <a:ext cx="21640800" cy="4457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400300" y="1803400"/>
            <a:ext cx="88519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571500" y="1803400"/>
            <a:ext cx="1663700" cy="647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300" y="355600"/>
            <a:ext cx="7137400" cy="1003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368300"/>
            <a:ext cx="6934200" cy="914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866900"/>
            <a:ext cx="1371600" cy="520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8100" y="1803400"/>
            <a:ext cx="8839200" cy="1409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2100" y="3619500"/>
            <a:ext cx="6667500" cy="403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9800" y="4025900"/>
            <a:ext cx="5384800" cy="927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0" y="4165600"/>
            <a:ext cx="5016500" cy="64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9800" y="5384800"/>
            <a:ext cx="5384800" cy="1625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2500" y="3619500"/>
            <a:ext cx="6667500" cy="4038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0200" y="4025900"/>
            <a:ext cx="5384800" cy="927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0" y="4165600"/>
            <a:ext cx="5016500" cy="647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90200" y="5384800"/>
            <a:ext cx="5384800" cy="1625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52900" y="3619500"/>
            <a:ext cx="6667500" cy="403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500600" y="4025900"/>
            <a:ext cx="5372100" cy="927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691100" y="4165600"/>
            <a:ext cx="5003800" cy="647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500600" y="5384800"/>
            <a:ext cx="5384800" cy="1066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3900" y="3492500"/>
            <a:ext cx="1371600" cy="520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3">
            <a:alphaModFix amt="50000"/>
          </a:blip>
          <a:stretch>
            <a:fillRect/>
          </a:stretch>
        </p:blipFill>
        <p:spPr>
          <a:xfrm>
            <a:off x="13284200" y="1828800"/>
            <a:ext cx="1663700" cy="647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423900" y="1892300"/>
            <a:ext cx="1371600" cy="520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5">
            <a:alphaModFix amt="50000"/>
          </a:blip>
          <a:stretch>
            <a:fillRect/>
          </a:stretch>
        </p:blipFill>
        <p:spPr>
          <a:xfrm>
            <a:off x="15138400" y="1803400"/>
            <a:ext cx="8851900" cy="1409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405100" y="1765300"/>
            <a:ext cx="8229600" cy="1409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7">
            <a:alphaModFix amt="51000"/>
          </a:blip>
          <a:stretch>
            <a:fillRect/>
          </a:stretch>
        </p:blipFill>
        <p:spPr>
          <a:xfrm>
            <a:off x="571500" y="8267700"/>
            <a:ext cx="1663700" cy="647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6600" y="8356600"/>
            <a:ext cx="1371600" cy="520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9">
            <a:alphaModFix amt="50000"/>
          </a:blip>
          <a:stretch>
            <a:fillRect/>
          </a:stretch>
        </p:blipFill>
        <p:spPr>
          <a:xfrm>
            <a:off x="2349500" y="8229600"/>
            <a:ext cx="21640800" cy="53213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43200" y="8496300"/>
            <a:ext cx="13423900" cy="41529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768600" y="8521700"/>
            <a:ext cx="10528300" cy="787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68600" y="9613900"/>
            <a:ext cx="11176000" cy="1168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768600" y="11023600"/>
            <a:ext cx="13296900" cy="787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6154400" y="8496300"/>
            <a:ext cx="7454900" cy="41529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768600" y="12623800"/>
            <a:ext cx="20840700" cy="6223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768600" y="11874500"/>
            <a:ext cx="13296900" cy="787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997200" y="12725400"/>
            <a:ext cx="8712200" cy="4318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6852900" y="8585200"/>
            <a:ext cx="6731000" cy="3962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268700" y="8686800"/>
            <a:ext cx="584200" cy="368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268700" y="9791700"/>
            <a:ext cx="584200" cy="3683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268700" y="10972800"/>
            <a:ext cx="584200" cy="3683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268700" y="12090400"/>
            <a:ext cx="5842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317500"/>
            <a:ext cx="7480300" cy="154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" y="317500"/>
            <a:ext cx="7315200" cy="156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2171700"/>
            <a:ext cx="24130000" cy="1125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533400"/>
            <a:ext cx="31496000" cy="1146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2171700"/>
            <a:ext cx="17538700" cy="9169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8300" y="2603500"/>
            <a:ext cx="3276600" cy="8737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0" y="2171700"/>
            <a:ext cx="6451600" cy="11176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0" y="12052300"/>
            <a:ext cx="6451600" cy="137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0" y="2171700"/>
            <a:ext cx="4178300" cy="1270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700" y="3429000"/>
            <a:ext cx="4178300" cy="6515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700" y="5334000"/>
            <a:ext cx="2857500" cy="462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97200" y="5956300"/>
            <a:ext cx="685800" cy="398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28900" y="5575300"/>
            <a:ext cx="1066800" cy="419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0" y="4330700"/>
            <a:ext cx="3848100" cy="25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584700"/>
            <a:ext cx="3200400" cy="279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4851400"/>
            <a:ext cx="3276600" cy="24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0" y="3467100"/>
            <a:ext cx="2857500" cy="863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3500" y="3467100"/>
            <a:ext cx="965200" cy="889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11400" y="3467100"/>
            <a:ext cx="1943100" cy="952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5092700"/>
            <a:ext cx="2247900" cy="24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7000" y="9944100"/>
            <a:ext cx="4178300" cy="2108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000" y="9944100"/>
            <a:ext cx="1841500" cy="2108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04900" y="10401300"/>
            <a:ext cx="2146300" cy="1549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51200" y="10426700"/>
            <a:ext cx="914400" cy="1524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6100" y="10693400"/>
            <a:ext cx="508000" cy="1231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17900" y="5435600"/>
            <a:ext cx="3060700" cy="32639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49700" y="6502400"/>
            <a:ext cx="304800" cy="2197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05300" y="6286500"/>
            <a:ext cx="1257300" cy="2413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8000" y="6223000"/>
            <a:ext cx="990600" cy="2476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424900" y="11557000"/>
            <a:ext cx="1638300" cy="16383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590000" y="11823700"/>
            <a:ext cx="1333500" cy="1104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021300" y="11557000"/>
            <a:ext cx="1638300" cy="1638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389600" y="11823700"/>
            <a:ext cx="3035300" cy="20574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756900" y="11557000"/>
            <a:ext cx="1638300" cy="16383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769600" y="11849100"/>
            <a:ext cx="1625600" cy="11049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389100" y="11557000"/>
            <a:ext cx="1638300" cy="16383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452600" y="12014200"/>
            <a:ext cx="1562100" cy="7366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5400000">
            <a:off x="1130300" y="7823200"/>
            <a:ext cx="11099800" cy="50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769100" y="11341100"/>
            <a:ext cx="17462500" cy="508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934200" y="11557000"/>
            <a:ext cx="1828800" cy="5969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43">
            <a:alphaModFix amt="51000"/>
          </a:blip>
          <a:stretch>
            <a:fillRect/>
          </a:stretch>
        </p:blipFill>
        <p:spPr>
          <a:xfrm>
            <a:off x="7086600" y="2171700"/>
            <a:ext cx="2273300" cy="4318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277100" y="2197100"/>
            <a:ext cx="19050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355600"/>
            <a:ext cx="67437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06400"/>
            <a:ext cx="6388100" cy="914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0" y="2565400"/>
            <a:ext cx="15303500" cy="10820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" y="1701800"/>
            <a:ext cx="3390900" cy="698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790700"/>
            <a:ext cx="3035300" cy="50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16300" y="2565400"/>
            <a:ext cx="7747000" cy="1082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27500" y="3009900"/>
            <a:ext cx="6324600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40300" y="3213100"/>
            <a:ext cx="4686300" cy="622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27500" y="7289800"/>
            <a:ext cx="6718300" cy="3581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751300" y="11544300"/>
            <a:ext cx="6464300" cy="100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57900" y="4457700"/>
            <a:ext cx="2463800" cy="2463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4700" y="-50800"/>
            <a:ext cx="9639300" cy="137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600" y="7988300"/>
            <a:ext cx="43434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alphaModFix amt="24000"/>
          </a:blip>
          <a:stretch>
            <a:fillRect/>
          </a:stretch>
        </p:blipFill>
        <p:spPr>
          <a:xfrm>
            <a:off x="21412200" y="-2997200"/>
            <a:ext cx="6680200" cy="6680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>
            <a:alphaModFix amt="24000"/>
          </a:blip>
          <a:stretch>
            <a:fillRect/>
          </a:stretch>
        </p:blipFill>
        <p:spPr>
          <a:xfrm>
            <a:off x="21996400" y="-2413000"/>
            <a:ext cx="5511800" cy="5511800"/>
          </a:xfrm>
          <a:prstGeom prst="rect">
            <a:avLst/>
          </a:prstGeom>
        </p:spPr>
      </p:pic>
      <p:pic>
        <p:nvPicPr>
          <p:cNvPr id="10" name="TalkMedia_talkv_high.mp4">
            <a:hlinkClick r:id="" action="ppaction://media"/>
            <a:extLst>
              <a:ext uri="{FF2B5EF4-FFF2-40B4-BE49-F238E27FC236}">
                <a16:creationId xmlns:a16="http://schemas.microsoft.com/office/drawing/2014/main" id="{750D4D3C-A6F5-4727-977C-0E1983A76E8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-34326"/>
            <a:ext cx="24384000" cy="136995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300" y="355600"/>
            <a:ext cx="6743700" cy="1003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406400"/>
            <a:ext cx="52705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20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23799800" cy="1339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73000"/>
            <a:ext cx="24384000" cy="1435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1700" y="11163300"/>
            <a:ext cx="3175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00" y="2489200"/>
            <a:ext cx="3175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3700" y="5905500"/>
            <a:ext cx="317500" cy="31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800" y="4305300"/>
            <a:ext cx="800100" cy="80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812800"/>
            <a:ext cx="3175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7200" y="2159000"/>
            <a:ext cx="317500" cy="31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6700" y="1473200"/>
            <a:ext cx="838200" cy="838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00" y="8001000"/>
            <a:ext cx="317500" cy="317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2800" y="10629900"/>
            <a:ext cx="838200" cy="838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alphaModFix amt="28000"/>
          </a:blip>
          <a:stretch>
            <a:fillRect/>
          </a:stretch>
        </p:blipFill>
        <p:spPr>
          <a:xfrm>
            <a:off x="22212300" y="6858000"/>
            <a:ext cx="4876800" cy="4876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alphaModFix amt="28000"/>
          </a:blip>
          <a:stretch>
            <a:fillRect/>
          </a:stretch>
        </p:blipFill>
        <p:spPr>
          <a:xfrm>
            <a:off x="-1384300" y="-1460500"/>
            <a:ext cx="4876800" cy="4876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alphaModFix amt="28000"/>
          </a:blip>
          <a:stretch>
            <a:fillRect/>
          </a:stretch>
        </p:blipFill>
        <p:spPr>
          <a:xfrm>
            <a:off x="22644100" y="7289800"/>
            <a:ext cx="4025900" cy="4025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alphaModFix amt="28000"/>
          </a:blip>
          <a:stretch>
            <a:fillRect/>
          </a:stretch>
        </p:blipFill>
        <p:spPr>
          <a:xfrm>
            <a:off x="-952500" y="-1028700"/>
            <a:ext cx="4025900" cy="402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28300" y="9296400"/>
            <a:ext cx="800100" cy="800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300" y="12890500"/>
            <a:ext cx="3860800" cy="520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655139">
            <a:off x="17119600" y="4991100"/>
            <a:ext cx="7251700" cy="725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655139">
            <a:off x="-558800" y="4927600"/>
            <a:ext cx="7251700" cy="7251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346678">
            <a:off x="-2667000" y="-1727200"/>
            <a:ext cx="7772400" cy="5143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-165100" y="-2108200"/>
            <a:ext cx="7772400" cy="5143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1498600" y="-2616200"/>
            <a:ext cx="7772400" cy="5143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624723">
            <a:off x="2933700" y="-2755900"/>
            <a:ext cx="7772400" cy="5143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-3810000" y="1193800"/>
            <a:ext cx="7772400" cy="5143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-2781300" y="-88900"/>
            <a:ext cx="7772400" cy="5143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-812800" y="-88900"/>
            <a:ext cx="7772400" cy="51435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16192500" y="-673100"/>
            <a:ext cx="7772400" cy="5143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624723">
            <a:off x="17780000" y="-457200"/>
            <a:ext cx="7772400" cy="5143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13804900" y="-2806700"/>
            <a:ext cx="7772400" cy="5143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624723">
            <a:off x="15722600" y="-3060700"/>
            <a:ext cx="7772400" cy="5143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17145000" y="-2946400"/>
            <a:ext cx="7772400" cy="51435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18719800" y="-2425700"/>
            <a:ext cx="7772400" cy="5143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20027900" y="-1282700"/>
            <a:ext cx="7772400" cy="51435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624723">
            <a:off x="19748500" y="-279400"/>
            <a:ext cx="7772400" cy="51435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624723">
            <a:off x="19126200" y="1295400"/>
            <a:ext cx="7772400" cy="51435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75700" y="3263900"/>
            <a:ext cx="3924300" cy="5410200"/>
          </a:xfrm>
          <a:prstGeom prst="rect">
            <a:avLst/>
          </a:prstGeom>
          <a:effectLst>
            <a:outerShdw blurRad="1932325" dist="193232" dir="10800000">
              <a:srgbClr val="FF0C35">
                <a:alpha val="100000"/>
              </a:srgbClr>
            </a:outerShdw>
          </a:effectLst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02200" y="1663700"/>
            <a:ext cx="5791200" cy="5994400"/>
          </a:xfrm>
          <a:prstGeom prst="rect">
            <a:avLst/>
          </a:prstGeom>
          <a:effectLst>
            <a:outerShdw blurRad="2139477" dist="213948" dir="12420000">
              <a:srgbClr val="FF0C35">
                <a:alpha val="100000"/>
              </a:srgbClr>
            </a:outerShdw>
          </a:effectLst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036800" y="3352800"/>
            <a:ext cx="4038600" cy="5410200"/>
          </a:xfrm>
          <a:prstGeom prst="rect">
            <a:avLst/>
          </a:prstGeom>
          <a:effectLst>
            <a:outerShdw blurRad="1932325" dist="193232" dir="10800000">
              <a:srgbClr val="FF0C35">
                <a:alpha val="100000"/>
              </a:srgbClr>
            </a:outerShdw>
          </a:effectLst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42800" y="1765300"/>
            <a:ext cx="5803900" cy="5994400"/>
          </a:xfrm>
          <a:prstGeom prst="rect">
            <a:avLst/>
          </a:prstGeom>
          <a:effectLst>
            <a:outerShdw blurRad="2139477" dist="213948" dir="12420000">
              <a:srgbClr val="FF0C35">
                <a:alpha val="100000"/>
              </a:srgbClr>
            </a:outerShdw>
          </a:effectLst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75600" y="2895600"/>
            <a:ext cx="4457700" cy="5956300"/>
          </a:xfrm>
          <a:prstGeom prst="rect">
            <a:avLst/>
          </a:prstGeom>
          <a:effectLst>
            <a:outerShdw blurRad="463467" dist="231879" dir="12420000">
              <a:srgbClr val="6A0104">
                <a:alpha val="100000"/>
              </a:srgbClr>
            </a:outerShdw>
          </a:effectLst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95800" y="1346200"/>
            <a:ext cx="5156200" cy="6629400"/>
          </a:xfrm>
          <a:prstGeom prst="rect">
            <a:avLst/>
          </a:prstGeom>
          <a:effectLst>
            <a:outerShdw blurRad="513153" dist="256737" dir="12420000">
              <a:srgbClr val="6A0104">
                <a:alpha val="100000"/>
              </a:srgbClr>
            </a:outerShdw>
          </a:effectLst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947900" y="2984500"/>
            <a:ext cx="4660900" cy="5956300"/>
          </a:xfrm>
          <a:prstGeom prst="rect">
            <a:avLst/>
          </a:prstGeom>
          <a:effectLst>
            <a:outerShdw blurRad="463467" dist="231879" dir="12420000">
              <a:srgbClr val="6A0104">
                <a:alpha val="100000"/>
              </a:srgbClr>
            </a:outerShdw>
          </a:effectLst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582400" y="1333500"/>
            <a:ext cx="5334000" cy="6629400"/>
          </a:xfrm>
          <a:prstGeom prst="rect">
            <a:avLst/>
          </a:prstGeom>
          <a:effectLst>
            <a:outerShdw blurRad="513153" dist="256737" dir="12420000">
              <a:srgbClr val="6A0104">
                <a:alpha val="100000"/>
              </a:srgbClr>
            </a:outerShdw>
          </a:effectLst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22700" y="5207000"/>
            <a:ext cx="1485900" cy="11938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707100" y="5041900"/>
            <a:ext cx="1485900" cy="11938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200" y="2349500"/>
            <a:ext cx="2679700" cy="40132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234400" y="2806700"/>
            <a:ext cx="2679700" cy="40132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167100" y="12941300"/>
            <a:ext cx="7874000" cy="520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사용자 지정</PresentationFormat>
  <Paragraphs>0</Paragraphs>
  <Slides>9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이채현</cp:lastModifiedBy>
  <cp:revision>2</cp:revision>
  <dcterms:created xsi:type="dcterms:W3CDTF">2006-08-16T00:00:00Z</dcterms:created>
  <dcterms:modified xsi:type="dcterms:W3CDTF">2026-05-13T06:32:47Z</dcterms:modified>
</cp:coreProperties>
</file>