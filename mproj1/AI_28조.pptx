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E8553-6A06-385F-870B-8FAAC7E9FC72}" v="2" dt="2026-04-15T07:10:56.196"/>
    <p1510:client id="{4F769327-0811-3AD0-3E00-12509F8F0373}" v="2" dt="2026-04-15T07:10:13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게스트 사용자" userId="S::urn:spo:tenantanon#a633bbdc-0cc6-4cb1-8bba-7fa0ea11b482::" providerId="AD" clId="Web-{4F769327-0811-3AD0-3E00-12509F8F0373}"/>
    <pc:docChg chg="addSld delSld">
      <pc:chgData name="게스트 사용자" userId="S::urn:spo:tenantanon#a633bbdc-0cc6-4cb1-8bba-7fa0ea11b482::" providerId="AD" clId="Web-{4F769327-0811-3AD0-3E00-12509F8F0373}" dt="2026-04-15T07:10:13.194" v="1"/>
      <pc:docMkLst>
        <pc:docMk/>
      </pc:docMkLst>
      <pc:sldChg chg="new del">
        <pc:chgData name="게스트 사용자" userId="S::urn:spo:tenantanon#a633bbdc-0cc6-4cb1-8bba-7fa0ea11b482::" providerId="AD" clId="Web-{4F769327-0811-3AD0-3E00-12509F8F0373}" dt="2026-04-15T07:10:13.194" v="1"/>
        <pc:sldMkLst>
          <pc:docMk/>
          <pc:sldMk cId="2538721411" sldId="266"/>
        </pc:sldMkLst>
      </pc:sldChg>
    </pc:docChg>
  </pc:docChgLst>
  <pc:docChgLst>
    <pc:chgData name="게스트 사용자" userId="S::urn:spo:tenantanon#a633bbdc-0cc6-4cb1-8bba-7fa0ea11b482::" providerId="AD" clId="Web-{38CE8553-6A06-385F-870B-8FAAC7E9FC72}"/>
    <pc:docChg chg="modSld">
      <pc:chgData name="게스트 사용자" userId="S::urn:spo:tenantanon#a633bbdc-0cc6-4cb1-8bba-7fa0ea11b482::" providerId="AD" clId="Web-{38CE8553-6A06-385F-870B-8FAAC7E9FC72}" dt="2026-04-15T07:10:56.196" v="1" actId="1076"/>
      <pc:docMkLst>
        <pc:docMk/>
      </pc:docMkLst>
      <pc:sldChg chg="modSp">
        <pc:chgData name="게스트 사용자" userId="S::urn:spo:tenantanon#a633bbdc-0cc6-4cb1-8bba-7fa0ea11b482::" providerId="AD" clId="Web-{38CE8553-6A06-385F-870B-8FAAC7E9FC72}" dt="2026-04-15T07:10:56.196" v="1" actId="1076"/>
        <pc:sldMkLst>
          <pc:docMk/>
          <pc:sldMk cId="1997627545" sldId="256"/>
        </pc:sldMkLst>
        <pc:picChg chg="mod">
          <ac:chgData name="게스트 사용자" userId="S::urn:spo:tenantanon#a633bbdc-0cc6-4cb1-8bba-7fa0ea11b482::" providerId="AD" clId="Web-{38CE8553-6A06-385F-870B-8FAAC7E9FC72}" dt="2026-04-15T07:10:56.196" v="1" actId="1076"/>
          <ac:picMkLst>
            <pc:docMk/>
            <pc:sldMk cId="1997627545" sldId="256"/>
            <ac:picMk id="6" creationId="{A1DE9C2D-33F8-4CAC-8A76-DB7DFD4590B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098B1-CA25-41DC-A71C-B36A99135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307AC5-B15B-4A79-BA90-92464FD7D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F1D1C-66D4-40DB-95E6-F24491EC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86B4BF-BFB0-4BEB-8949-D3BC2AAA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D3CC3B-4865-4E04-8808-139725FE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80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E1B39-217D-4964-944A-6A7CB0B3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BD31D4-75B2-4A0E-8E63-19C18ACB6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93DAC5-B002-4679-94E8-E3A2924C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FCCF80-FD23-4527-8BDE-BD9FF869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40C48A-8B30-4C34-A139-C40E1218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1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C5909-BE99-493B-9998-EAF44CFE2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299E40-DA54-48FB-84D0-853F50573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37FA8C-896F-4D70-A78F-531BAEFA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8BB5C9-B8A2-4257-8242-D0366266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43CAAA-1AE6-47E1-92BB-96B79A342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651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0B2B9-BDD2-44B2-8E21-33689B7E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56AD1B-EE54-4A18-A4F6-B5C3913E7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1D8546-DDB7-4AA0-8ACF-FF3748F9E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4065F0-89AF-45FA-B828-49127815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3104C7-3934-49A9-AFAD-F2081325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46632F-1BF6-4345-8E43-ECBEA4B1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2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63B01-FA43-4C60-B740-320DB9D3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0BEE44-CB6F-4CFD-B613-736495739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18DBC2-9450-4EE7-B304-ECEC7D333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4198D7-8271-4BD1-894A-A3EE449D6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19AFAA-BB7F-4CFD-A11F-57E4C579F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A3E2B2-44B6-4028-96CF-12FBEC27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30A3BE-F630-427F-BD3C-303158BB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3204D8-D34C-47C4-A25C-78AB55D1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02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4443A-5177-4576-8A38-4851DE05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7DE87F-EED8-4DEB-B316-26FDF53B5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AA171D-EAC7-4B29-A0D9-5860A53A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5C8BA3-1D59-4803-9A8E-14993316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44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47ABEF-B1F0-4FB1-A978-A4472E72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2BB902-883F-48D6-91D7-89AB58C3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36544E-1ED1-4A4D-8FBC-511579D2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C747E-66B1-4337-B88D-95765E77B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D19BA4-CF50-4A61-B0A9-DEC49AA65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2EB225-8F13-443D-9C11-EF9402F1F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11333A-0249-40F8-AE61-B5385F1B8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23455E-B597-451D-B977-81111451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E3B058-4913-4A1B-8941-5D4DD374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38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71E6E-6B61-4712-BC61-D5AD9F3D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2B50C7-C315-4F99-B384-457ECB579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33C123-3873-4B44-9260-42B6D96ED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A72185-BACE-4CFA-B168-8CD42F2CC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D90BBA-C1E3-4994-8BDB-0E8DEEDD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7625F4-A5B5-4C31-A6B0-5F6EE722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39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07F7D-11DF-4B63-A949-294695A5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1972A3-87D3-4725-8930-98C22075A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87FA8-D50B-4BB0-86DD-9AB26B49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F7015-E296-40AE-8C45-0B67868EC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545BFC-23C3-4203-9F34-976FE50C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32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A3CBFF-0CFD-4A4C-B8A1-C6CD533EA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5CEABE-15DB-4445-A078-867B93849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059AF-3CD6-4AB0-8BCE-85CC5466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92D6B5-BBD1-40A7-8663-14F3B751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A7D350-E885-44AA-B3B7-90DB01C7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30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9D3724-B349-4B9D-845D-2DD26750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91884A-AF22-498A-BB5E-AE1614584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20CB1E-BCC2-4272-8D6B-166991853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36C71-F36A-4C75-9A60-9708C62F4484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241A8-65A2-47B5-9837-D59730CBD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2B904A-420B-460D-A30D-5B33289AB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1A273-7C9E-4DA1-8C11-4B8D9C7A5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86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1DE9C2D-33F8-4CAC-8A76-DB7DFD459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2"/>
            <a:ext cx="12192000" cy="68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2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111FE7-D67E-41B9-A3EB-E0CD08B11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0" y="0"/>
            <a:ext cx="12170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C247A7-F538-44F2-9E11-A9D716CF6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" y="0"/>
            <a:ext cx="12182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77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7DE7B8-91C4-4976-809D-F3D4677C0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9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6915C6-6772-4970-BEEE-F77FEF21F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6" y="0"/>
            <a:ext cx="12162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0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798077-CFF5-48F9-A602-E2BE60608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"/>
            <a:ext cx="12192000" cy="685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6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38C007-724B-418D-A185-987DDE9EE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770" y="0"/>
            <a:ext cx="124306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1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530AD3-2AEC-46BA-8E66-1899852BC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" y="0"/>
            <a:ext cx="12149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34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943F8B-BD81-4B74-9C1B-605DFCB3A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638" y="0"/>
            <a:ext cx="12269638" cy="684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51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19E1A9-5B72-4F56-BFD8-695C1380A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" y="0"/>
            <a:ext cx="12170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8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강혜원</dc:creator>
  <cp:revision>1</cp:revision>
  <dcterms:created xsi:type="dcterms:W3CDTF">2026-04-15T06:52:28Z</dcterms:created>
  <dcterms:modified xsi:type="dcterms:W3CDTF">2026-04-15T07:11:30Z</dcterms:modified>
</cp:coreProperties>
</file>